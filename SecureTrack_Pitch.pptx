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00E5FF"/>
                </a:solidFill>
              </a:defRPr>
            </a:pPr>
            <a:r>
              <a:t>SecureTrack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The Ultimate Anti-Theft &amp; Asset Recovery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Smartphone theft is rising globally.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Thieves immediately turn off devices to block tracking.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Traditional 'Find My Device' fails when the phone is powered down.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Data loss and privacy breaches cause massive stress.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Enter SecureTrack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A military-grade protection suite for Android.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Ensures your device NEVER truly sleeps.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Works even when the thief thinks they've won.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Stealth tracking via low-level SMS commands.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Core Technology: Fake Shutdown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When a thief tries to power off, we simulate a shutdown UI.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Screen goes black, audio stops, vibration feedback mimics power-off.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REALITY: The phone stays ON, tracking location and recording environment.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The thief puts the 'dead' phone in their pocket, unknowingly broadcasting their 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SMS Command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Control your device from ANY phone via SMS: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#LOCATE_&lt;PIN&gt;: Triangulates &amp; replies with Google Maps link.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#SIREN_&lt;PIN&gt;: Blasts alarm at Max Volume (even if silent).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#LOCK_&lt;PIN&gt;: Instantly locks the screen.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#CALLME_&lt;PIN&gt;: Forces a callback to listen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Defense &amp;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Intruder Detection: Self-monitoring service.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SIM Change Alert: Detects when SIM is swapped.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Remote Wipe: Factory reset via SMS (Emergency Only).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Holographic Dashboard: Professional, high-tech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Target: High-value device owners, corporate fleets, parents.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Business Model: Freemium.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- Free: Basic Tracking &amp; Siren.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- Premium: Fake Shutdown &amp; Stealth Recording.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- Enterprise: Fleet management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Join the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SecureTrack isn't just an app; it's insurance.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We turn the thief's advantage into their downfall.</a:t>
            </a:r>
          </a:p>
          <a:p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Available now on GitHub.</a:t>
            </a:r>
          </a:p>
          <a:p>
            <a:br/>
            <a:pPr>
              <a:spcAft>
                <a:spcPts val="1400"/>
              </a:spcAft>
              <a:defRPr sz="2400">
                <a:solidFill>
                  <a:srgbClr val="B4B4B4"/>
                </a:solidFill>
              </a:defRPr>
            </a:pPr>
            <a:r>
              <a:t>Contact: Iamjunade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